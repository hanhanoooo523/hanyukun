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StyleShift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：为设计师打造的直观风格转换工具</a:t>
            </a:r>
            <a:endParaRPr lang="zh-CN" altLang="en-US" sz="2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21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视觉风格探索</a:t>
            </a:r>
            <a:r>
              <a:rPr lang="en-US" altLang="zh-CN" sz="21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设计陈述</a:t>
            </a:r>
            <a:endParaRPr lang="en-US" altLang="zh-CN" sz="21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1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21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本稿对应「设计风格迁移</a:t>
            </a:r>
            <a:r>
              <a:rPr lang="en-US" altLang="zh-CN" sz="21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1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改进版」：先陈述产品与设计决策（一至四），再附分步操作示意图（界面结构示意，可另配真机截图）。</a:t>
            </a:r>
            <a:endParaRPr lang="zh-CN" altLang="en-US" sz="21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一、为什么制作这个工具？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目标与痛点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目标用户：视觉传达设计师、插画师、创意工作者。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设计痛点：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想尝试不同风格时，需要在多个软件间来回切换，流程繁琐。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风格迁移结果不可控，无法便捷地做局部调整。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灵感探索效率低，难以快速对比多种视觉方向。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我们的解决方案：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StyleShift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帮助设计师在设计过程中快速完成风格转换，一键查看相同元素的不同风格，节省时间，激发灵感。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二、在设计过程中使用（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）风格探索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en-US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StyleShift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贯穿设计的探索阶段与深化阶段。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上传设计稿，在油画、水彩、赛博朋克、水墨等多种风格间自由切换，快速预览不同风格的视觉表现，帮助设计师拓宽思路。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二、在设计过程中使用（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）元素提取与融合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通过「元素拆解」功能，自动提取画面中的色块元素；可以对局部进行单独风格转换，或将多种风格融合在同一画面中，形成新的、复合的设计语言。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二、在设计过程中使用（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）精细化调整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支持对选区进行风格强度等参数微调；可通过色调叠加（全局）、颜色覆盖等方式调整画面气质，使最终效果更贴合设计意图。（具体能力以改进版界面为准。）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UI/UX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）从「整体」到「局部」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初始设想：仅支持整张图片的风格迁移，满足基本的风格探索需求。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</a:rPr>
              <a:t>发现问题：设计师往往只需要改变画面中的某个局部（如主体物、背景），而非整张图。整体迁移会导致不需要改变的部分也被「改过头」，破坏原有设计。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</a:rPr>
              <a:t>迭代方向：将局部选区与编辑作为改进版的核心功能，使设计师能够：精确控制修改范围、保留画面核心结构、实现多种风格在同一画面中的融合。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UI/UX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）色块智能选区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设计思路：传统选区工具（如魔棒、套索）参数复杂、操作繁琐。我们利用图像分析自动提取主色块，用户只需：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点击色块列表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选中全图同色区域；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点击画面上某处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智能选中相连的同色区域。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设计原因：让设计师无需学习复杂选区工具，即可快速定位想要修改的区域，把精力集中在创意本身。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UI/UX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）三栏布局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对比视图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布局逻辑：原始作品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风格选择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迁移成果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从左到右遵循「输入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输出」的心理模型，所有操作在一个界面完成，无需跳转。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对比视图：支持拖动分界线左右对比原图和效果图，比传统「前后切换」更直观，尤其适合设计评审与方案汇报。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补充：界面提供中英文切换、右侧可拖拽分隔条调节预览区与工具区高度，便于教学演示与小屏设备使用。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UI/UX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）历史记录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撤销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设计原因：创意过程需要反复尝试。历史条让用户可以保存多个版本进行比较；撤销降低试错成本，鼓励大胆探索。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整体界面：左图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中控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右结果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与「设计风格迁移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改进版」一致：左侧上传原图，中间选风格与参数并生成，右侧看结果与后续拆解工具。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顶栏另有：语言切换、撤销、重置、导出。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上传原图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在左侧虚线区域内点击选择文件，或将图片拖入该区域。支持常见网页图片格式（以工具内说明为准）。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</a:rPr>
              <a:t>上传成功后，中间「生成」按钮会变可用。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选风格、调滑块、点「生成风格迁移」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在中间栏点选一种风格卡片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按需拖动强度、饱和度等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可选色调叠加（色点）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切换「效果图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分屏」为生成后的查看方式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点击紫色主按钮生成。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查看结果：效果图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分屏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对比：在同一画面内拖动竖线，左为原图侧、右为结果侧。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</a:rPr>
              <a:t>分屏：左右两栏分别完整显示原图与结果。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</a:rPr>
              <a:t>右栏大图区悬停可出现缩放与下载；具体以改进版为准。</a:t>
            </a:r>
            <a:endParaRPr lang="zh-CN" alt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元素拆解：局部再迁移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生成结果后，右下出现面板：先点分析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刷新元素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列表中点色块或在图上点选相连区域（紫色为选区）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可选区域风格与参数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点仅此区域再迁移。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分隔条与真机截图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右栏预览图与下方工具面板之间有一条可拖拽横条，上下拖动以分配空间；高度会记在浏览器本地。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可将改进版界面截屏保存到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demo-screenshots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文件夹，在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HTML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演示中或本汇报中替换为实际操作图。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真机截图页（可选）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把截图放到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demo-screenshots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下，命名为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slide-real.png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可在网页版演示中自动显示；汇报时亦可在本页直接插入你的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PNG/JPG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当前仓库若尚无截图，请在改进版中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Win+Shift+S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截取后粘贴到本幻灯片。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四、总结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StyleShift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的核心价值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 lnSpcReduction="20000"/>
          </a:bodyPr>
          <a:p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将强大的风格迁移能力，转化为设计师手中直观、可控的创作工具。</a:t>
            </a:r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我们不是简单地做「一键换风格」，而是从设计工作的真实场景出发：</a:t>
            </a:r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从整体到局部：先满足基础的整图风格探索，再迭代出色块智能选区</a:t>
            </a:r>
            <a:r>
              <a:rPr lang="en-US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局部风格转换，让设计师可以精准控制修改范围。</a:t>
            </a:r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服务于创作流程：覆盖从灵感发散、风格对比，到元素融合、精细化调整的全过程，让工具真正融入设计工作流。</a:t>
            </a:r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最终，</a:t>
            </a:r>
            <a:r>
              <a:rPr lang="en-US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StyleShift </a:t>
            </a:r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不只是一种技术实现，更是对设计创作自由的一次回应</a:t>
            </a:r>
            <a:r>
              <a:rPr lang="en-US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让风格不再是一次性的整体套用，而是可以被拆解、重组、局部打磨的灵活语言。</a:t>
            </a:r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r>
              <a:rPr lang="en-US" altLang="zh-CN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5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</a:t>
            </a:r>
            <a:endParaRPr lang="zh-CN" altLang="en-US" sz="155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2154</Words>
  <Application>WPS 演示</Application>
  <PresentationFormat>宽屏</PresentationFormat>
  <Paragraphs>111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凉朵</cp:lastModifiedBy>
  <cp:revision>157</cp:revision>
  <dcterms:created xsi:type="dcterms:W3CDTF">2019-06-19T02:08:00Z</dcterms:created>
  <dcterms:modified xsi:type="dcterms:W3CDTF">2026-03-31T16:35:46Z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34EF0956945C4318885A18BD43E097EA_11</vt:lpwstr>
  </property>
</Properties>
</file>